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0"/>
  </p:notesMasterIdLst>
  <p:sldIdLst>
    <p:sldId id="256" r:id="rId2"/>
    <p:sldId id="269" r:id="rId3"/>
    <p:sldId id="354" r:id="rId4"/>
    <p:sldId id="351" r:id="rId5"/>
    <p:sldId id="352" r:id="rId6"/>
    <p:sldId id="353" r:id="rId7"/>
    <p:sldId id="350" r:id="rId8"/>
    <p:sldId id="346" r:id="rId9"/>
  </p:sldIdLst>
  <p:sldSz cx="12960350" cy="6840538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BA418856-1B13-0E4D-B8D9-6D6ECDDA5229}">
          <p14:sldIdLst>
            <p14:sldId id="256"/>
            <p14:sldId id="269"/>
            <p14:sldId id="354"/>
            <p14:sldId id="351"/>
            <p14:sldId id="352"/>
            <p14:sldId id="353"/>
            <p14:sldId id="350"/>
          </p14:sldIdLst>
        </p14:section>
        <p14:section name="Раздел без заголовка" id="{FED790F9-8494-46E1-B83E-DB16908DF66B}">
          <p14:sldIdLst>
            <p14:sldId id="346"/>
          </p14:sldIdLst>
        </p14:section>
        <p14:section name="Основные стили" id="{9C5DBF73-5C8C-8D4C-BB54-DF085EC13081}">
          <p14:sldIdLst/>
        </p14:section>
      </p14:sectionLst>
    </p:ext>
    <p:ext uri="{EFAFB233-063F-42B5-8137-9DF3F51BA10A}">
      <p15:sldGuideLst xmlns:p15="http://schemas.microsoft.com/office/powerpoint/2012/main">
        <p15:guide id="1" pos="657" userDrawn="1">
          <p15:clr>
            <a:srgbClr val="A4A3A4"/>
          </p15:clr>
        </p15:guide>
        <p15:guide id="2" orient="horz" pos="703" userDrawn="1">
          <p15:clr>
            <a:srgbClr val="A4A3A4"/>
          </p15:clr>
        </p15:guide>
        <p15:guide id="3" pos="721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Елена Елена" initials="ЕЕ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E003E"/>
    <a:srgbClr val="E0150F"/>
    <a:srgbClr val="E6E6E6"/>
    <a:srgbClr val="AFABAB"/>
    <a:srgbClr val="6D6D6D"/>
    <a:srgbClr val="EB5E3F"/>
    <a:srgbClr val="48494A"/>
    <a:srgbClr val="061A6C"/>
    <a:srgbClr val="404040"/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666" autoAdjust="0"/>
    <p:restoredTop sz="57519" autoAdjust="0"/>
  </p:normalViewPr>
  <p:slideViewPr>
    <p:cSldViewPr snapToGrid="0">
      <p:cViewPr varScale="1">
        <p:scale>
          <a:sx n="64" d="100"/>
          <a:sy n="64" d="100"/>
        </p:scale>
        <p:origin x="2544" y="60"/>
      </p:cViewPr>
      <p:guideLst>
        <p:guide pos="657"/>
        <p:guide orient="horz" pos="703"/>
        <p:guide pos="72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3B0AE3-F1A2-394F-BC18-67F76EFC1ECD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242888" y="1233488"/>
            <a:ext cx="6311900" cy="33321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9768" y="4751219"/>
            <a:ext cx="5438140" cy="38873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377317"/>
            <a:ext cx="2945659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50443" y="9377317"/>
            <a:ext cx="2945659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29C60B-6F98-8646-A41A-70FA44D3BD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23233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2688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52861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27163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66615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77048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68905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76324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75994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0044" y="1119505"/>
            <a:ext cx="9720263" cy="2381521"/>
          </a:xfrm>
        </p:spPr>
        <p:txBody>
          <a:bodyPr anchor="b"/>
          <a:lstStyle>
            <a:lvl1pPr algn="ctr">
              <a:defRPr sz="5985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0044" y="3592866"/>
            <a:ext cx="9720263" cy="1651546"/>
          </a:xfrm>
        </p:spPr>
        <p:txBody>
          <a:bodyPr/>
          <a:lstStyle>
            <a:lvl1pPr marL="0" indent="0" algn="ctr">
              <a:buNone/>
              <a:defRPr sz="2394"/>
            </a:lvl1pPr>
            <a:lvl2pPr marL="456057" indent="0" algn="ctr">
              <a:buNone/>
              <a:defRPr sz="1995"/>
            </a:lvl2pPr>
            <a:lvl3pPr marL="912114" indent="0" algn="ctr">
              <a:buNone/>
              <a:defRPr sz="1795"/>
            </a:lvl3pPr>
            <a:lvl4pPr marL="1368171" indent="0" algn="ctr">
              <a:buNone/>
              <a:defRPr sz="1596"/>
            </a:lvl4pPr>
            <a:lvl5pPr marL="1824228" indent="0" algn="ctr">
              <a:buNone/>
              <a:defRPr sz="1596"/>
            </a:lvl5pPr>
            <a:lvl6pPr marL="2280285" indent="0" algn="ctr">
              <a:buNone/>
              <a:defRPr sz="1596"/>
            </a:lvl6pPr>
            <a:lvl7pPr marL="2736342" indent="0" algn="ctr">
              <a:buNone/>
              <a:defRPr sz="1596"/>
            </a:lvl7pPr>
            <a:lvl8pPr marL="3192399" indent="0" algn="ctr">
              <a:buNone/>
              <a:defRPr sz="1596"/>
            </a:lvl8pPr>
            <a:lvl9pPr marL="3648456" indent="0" algn="ctr">
              <a:buNone/>
              <a:defRPr sz="1596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B2549-D5F9-604B-9EB9-69E1A6399CB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391C-B8C0-B24A-A837-31626741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7067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B2549-D5F9-604B-9EB9-69E1A6399CB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391C-B8C0-B24A-A837-31626741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5226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4274" y="1705385"/>
            <a:ext cx="11178302" cy="2845473"/>
          </a:xfrm>
        </p:spPr>
        <p:txBody>
          <a:bodyPr anchor="b"/>
          <a:lstStyle>
            <a:lvl1pPr>
              <a:defRPr sz="5985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4274" y="4577778"/>
            <a:ext cx="11178302" cy="1496367"/>
          </a:xfrm>
        </p:spPr>
        <p:txBody>
          <a:bodyPr/>
          <a:lstStyle>
            <a:lvl1pPr marL="0" indent="0">
              <a:buNone/>
              <a:defRPr sz="2394">
                <a:solidFill>
                  <a:schemeClr val="tx1">
                    <a:tint val="75000"/>
                  </a:schemeClr>
                </a:solidFill>
              </a:defRPr>
            </a:lvl1pPr>
            <a:lvl2pPr marL="456057" indent="0">
              <a:buNone/>
              <a:defRPr sz="1995">
                <a:solidFill>
                  <a:schemeClr val="tx1">
                    <a:tint val="75000"/>
                  </a:schemeClr>
                </a:solidFill>
              </a:defRPr>
            </a:lvl2pPr>
            <a:lvl3pPr marL="912114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3pPr>
            <a:lvl4pPr marL="1368171" indent="0">
              <a:buNone/>
              <a:defRPr sz="1596">
                <a:solidFill>
                  <a:schemeClr val="tx1">
                    <a:tint val="75000"/>
                  </a:schemeClr>
                </a:solidFill>
              </a:defRPr>
            </a:lvl4pPr>
            <a:lvl5pPr marL="1824228" indent="0">
              <a:buNone/>
              <a:defRPr sz="1596">
                <a:solidFill>
                  <a:schemeClr val="tx1">
                    <a:tint val="75000"/>
                  </a:schemeClr>
                </a:solidFill>
              </a:defRPr>
            </a:lvl5pPr>
            <a:lvl6pPr marL="2280285" indent="0">
              <a:buNone/>
              <a:defRPr sz="1596">
                <a:solidFill>
                  <a:schemeClr val="tx1">
                    <a:tint val="75000"/>
                  </a:schemeClr>
                </a:solidFill>
              </a:defRPr>
            </a:lvl6pPr>
            <a:lvl7pPr marL="2736342" indent="0">
              <a:buNone/>
              <a:defRPr sz="1596">
                <a:solidFill>
                  <a:schemeClr val="tx1">
                    <a:tint val="75000"/>
                  </a:schemeClr>
                </a:solidFill>
              </a:defRPr>
            </a:lvl7pPr>
            <a:lvl8pPr marL="3192399" indent="0">
              <a:buNone/>
              <a:defRPr sz="1596">
                <a:solidFill>
                  <a:schemeClr val="tx1">
                    <a:tint val="75000"/>
                  </a:schemeClr>
                </a:solidFill>
              </a:defRPr>
            </a:lvl8pPr>
            <a:lvl9pPr marL="3648456" indent="0">
              <a:buNone/>
              <a:defRPr sz="15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B2549-D5F9-604B-9EB9-69E1A6399CB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391C-B8C0-B24A-A837-31626741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7464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91024" y="1820976"/>
            <a:ext cx="5508149" cy="434025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61177" y="1820976"/>
            <a:ext cx="5508149" cy="434025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B2549-D5F9-604B-9EB9-69E1A6399CB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391C-B8C0-B24A-A837-31626741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0102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2712" y="364196"/>
            <a:ext cx="11178302" cy="1322188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2713" y="1676882"/>
            <a:ext cx="5482835" cy="821814"/>
          </a:xfrm>
        </p:spPr>
        <p:txBody>
          <a:bodyPr anchor="b"/>
          <a:lstStyle>
            <a:lvl1pPr marL="0" indent="0">
              <a:buNone/>
              <a:defRPr sz="2394" b="1"/>
            </a:lvl1pPr>
            <a:lvl2pPr marL="456057" indent="0">
              <a:buNone/>
              <a:defRPr sz="1995" b="1"/>
            </a:lvl2pPr>
            <a:lvl3pPr marL="912114" indent="0">
              <a:buNone/>
              <a:defRPr sz="1795" b="1"/>
            </a:lvl3pPr>
            <a:lvl4pPr marL="1368171" indent="0">
              <a:buNone/>
              <a:defRPr sz="1596" b="1"/>
            </a:lvl4pPr>
            <a:lvl5pPr marL="1824228" indent="0">
              <a:buNone/>
              <a:defRPr sz="1596" b="1"/>
            </a:lvl5pPr>
            <a:lvl6pPr marL="2280285" indent="0">
              <a:buNone/>
              <a:defRPr sz="1596" b="1"/>
            </a:lvl6pPr>
            <a:lvl7pPr marL="2736342" indent="0">
              <a:buNone/>
              <a:defRPr sz="1596" b="1"/>
            </a:lvl7pPr>
            <a:lvl8pPr marL="3192399" indent="0">
              <a:buNone/>
              <a:defRPr sz="1596" b="1"/>
            </a:lvl8pPr>
            <a:lvl9pPr marL="3648456" indent="0">
              <a:buNone/>
              <a:defRPr sz="1596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92713" y="2498697"/>
            <a:ext cx="5482835" cy="367520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61177" y="1676882"/>
            <a:ext cx="5509837" cy="821814"/>
          </a:xfrm>
        </p:spPr>
        <p:txBody>
          <a:bodyPr anchor="b"/>
          <a:lstStyle>
            <a:lvl1pPr marL="0" indent="0">
              <a:buNone/>
              <a:defRPr sz="2394" b="1"/>
            </a:lvl1pPr>
            <a:lvl2pPr marL="456057" indent="0">
              <a:buNone/>
              <a:defRPr sz="1995" b="1"/>
            </a:lvl2pPr>
            <a:lvl3pPr marL="912114" indent="0">
              <a:buNone/>
              <a:defRPr sz="1795" b="1"/>
            </a:lvl3pPr>
            <a:lvl4pPr marL="1368171" indent="0">
              <a:buNone/>
              <a:defRPr sz="1596" b="1"/>
            </a:lvl4pPr>
            <a:lvl5pPr marL="1824228" indent="0">
              <a:buNone/>
              <a:defRPr sz="1596" b="1"/>
            </a:lvl5pPr>
            <a:lvl6pPr marL="2280285" indent="0">
              <a:buNone/>
              <a:defRPr sz="1596" b="1"/>
            </a:lvl6pPr>
            <a:lvl7pPr marL="2736342" indent="0">
              <a:buNone/>
              <a:defRPr sz="1596" b="1"/>
            </a:lvl7pPr>
            <a:lvl8pPr marL="3192399" indent="0">
              <a:buNone/>
              <a:defRPr sz="1596" b="1"/>
            </a:lvl8pPr>
            <a:lvl9pPr marL="3648456" indent="0">
              <a:buNone/>
              <a:defRPr sz="1596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61177" y="2498697"/>
            <a:ext cx="5509837" cy="367520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B2549-D5F9-604B-9EB9-69E1A6399CB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391C-B8C0-B24A-A837-31626741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0184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B2549-D5F9-604B-9EB9-69E1A6399CB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391C-B8C0-B24A-A837-31626741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8448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B7F7827-21D6-5054-F4C6-CF3F1E1A33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02204" y="0"/>
            <a:ext cx="1058146" cy="6840538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9761A6D-E025-ED50-4287-24ECE36ED86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243" y="239405"/>
            <a:ext cx="894267" cy="31982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A0C2274-20E7-0C84-678A-7BC227870B3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856488" y="124477"/>
            <a:ext cx="1574789" cy="687181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5AA3578-2E3E-AC0A-C0A4-03BA169D6B14}"/>
              </a:ext>
            </a:extLst>
          </p:cNvPr>
          <p:cNvSpPr/>
          <p:nvPr userDrawn="1"/>
        </p:nvSpPr>
        <p:spPr>
          <a:xfrm>
            <a:off x="-3243" y="239405"/>
            <a:ext cx="894267" cy="319820"/>
          </a:xfrm>
          <a:prstGeom prst="rect">
            <a:avLst/>
          </a:prstGeom>
          <a:solidFill>
            <a:srgbClr val="BE003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7191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2713" y="456036"/>
            <a:ext cx="4180050" cy="1596126"/>
          </a:xfrm>
        </p:spPr>
        <p:txBody>
          <a:bodyPr anchor="b"/>
          <a:lstStyle>
            <a:lvl1pPr>
              <a:defRPr sz="3192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09837" y="984911"/>
            <a:ext cx="6561177" cy="4861216"/>
          </a:xfrm>
        </p:spPr>
        <p:txBody>
          <a:bodyPr/>
          <a:lstStyle>
            <a:lvl1pPr>
              <a:defRPr sz="3192"/>
            </a:lvl1pPr>
            <a:lvl2pPr>
              <a:defRPr sz="2793"/>
            </a:lvl2pPr>
            <a:lvl3pPr>
              <a:defRPr sz="2394"/>
            </a:lvl3pPr>
            <a:lvl4pPr>
              <a:defRPr sz="1995"/>
            </a:lvl4pPr>
            <a:lvl5pPr>
              <a:defRPr sz="1995"/>
            </a:lvl5pPr>
            <a:lvl6pPr>
              <a:defRPr sz="1995"/>
            </a:lvl6pPr>
            <a:lvl7pPr>
              <a:defRPr sz="1995"/>
            </a:lvl7pPr>
            <a:lvl8pPr>
              <a:defRPr sz="1995"/>
            </a:lvl8pPr>
            <a:lvl9pPr>
              <a:defRPr sz="1995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92713" y="2052161"/>
            <a:ext cx="4180050" cy="3801883"/>
          </a:xfrm>
        </p:spPr>
        <p:txBody>
          <a:bodyPr/>
          <a:lstStyle>
            <a:lvl1pPr marL="0" indent="0">
              <a:buNone/>
              <a:defRPr sz="1596"/>
            </a:lvl1pPr>
            <a:lvl2pPr marL="456057" indent="0">
              <a:buNone/>
              <a:defRPr sz="1397"/>
            </a:lvl2pPr>
            <a:lvl3pPr marL="912114" indent="0">
              <a:buNone/>
              <a:defRPr sz="1197"/>
            </a:lvl3pPr>
            <a:lvl4pPr marL="1368171" indent="0">
              <a:buNone/>
              <a:defRPr sz="998"/>
            </a:lvl4pPr>
            <a:lvl5pPr marL="1824228" indent="0">
              <a:buNone/>
              <a:defRPr sz="998"/>
            </a:lvl5pPr>
            <a:lvl6pPr marL="2280285" indent="0">
              <a:buNone/>
              <a:defRPr sz="998"/>
            </a:lvl6pPr>
            <a:lvl7pPr marL="2736342" indent="0">
              <a:buNone/>
              <a:defRPr sz="998"/>
            </a:lvl7pPr>
            <a:lvl8pPr marL="3192399" indent="0">
              <a:buNone/>
              <a:defRPr sz="998"/>
            </a:lvl8pPr>
            <a:lvl9pPr marL="3648456" indent="0">
              <a:buNone/>
              <a:defRPr sz="998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B2549-D5F9-604B-9EB9-69E1A6399CB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391C-B8C0-B24A-A837-31626741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0545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2713" y="456036"/>
            <a:ext cx="4180050" cy="1596126"/>
          </a:xfrm>
        </p:spPr>
        <p:txBody>
          <a:bodyPr anchor="b"/>
          <a:lstStyle>
            <a:lvl1pPr>
              <a:defRPr sz="3192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09837" y="984911"/>
            <a:ext cx="6561177" cy="4861216"/>
          </a:xfrm>
        </p:spPr>
        <p:txBody>
          <a:bodyPr anchor="t"/>
          <a:lstStyle>
            <a:lvl1pPr marL="0" indent="0">
              <a:buNone/>
              <a:defRPr sz="3192"/>
            </a:lvl1pPr>
            <a:lvl2pPr marL="456057" indent="0">
              <a:buNone/>
              <a:defRPr sz="2793"/>
            </a:lvl2pPr>
            <a:lvl3pPr marL="912114" indent="0">
              <a:buNone/>
              <a:defRPr sz="2394"/>
            </a:lvl3pPr>
            <a:lvl4pPr marL="1368171" indent="0">
              <a:buNone/>
              <a:defRPr sz="1995"/>
            </a:lvl4pPr>
            <a:lvl5pPr marL="1824228" indent="0">
              <a:buNone/>
              <a:defRPr sz="1995"/>
            </a:lvl5pPr>
            <a:lvl6pPr marL="2280285" indent="0">
              <a:buNone/>
              <a:defRPr sz="1995"/>
            </a:lvl6pPr>
            <a:lvl7pPr marL="2736342" indent="0">
              <a:buNone/>
              <a:defRPr sz="1995"/>
            </a:lvl7pPr>
            <a:lvl8pPr marL="3192399" indent="0">
              <a:buNone/>
              <a:defRPr sz="1995"/>
            </a:lvl8pPr>
            <a:lvl9pPr marL="3648456" indent="0">
              <a:buNone/>
              <a:defRPr sz="1995"/>
            </a:lvl9pPr>
          </a:lstStyle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92713" y="2052161"/>
            <a:ext cx="4180050" cy="3801883"/>
          </a:xfrm>
        </p:spPr>
        <p:txBody>
          <a:bodyPr/>
          <a:lstStyle>
            <a:lvl1pPr marL="0" indent="0">
              <a:buNone/>
              <a:defRPr sz="1596"/>
            </a:lvl1pPr>
            <a:lvl2pPr marL="456057" indent="0">
              <a:buNone/>
              <a:defRPr sz="1397"/>
            </a:lvl2pPr>
            <a:lvl3pPr marL="912114" indent="0">
              <a:buNone/>
              <a:defRPr sz="1197"/>
            </a:lvl3pPr>
            <a:lvl4pPr marL="1368171" indent="0">
              <a:buNone/>
              <a:defRPr sz="998"/>
            </a:lvl4pPr>
            <a:lvl5pPr marL="1824228" indent="0">
              <a:buNone/>
              <a:defRPr sz="998"/>
            </a:lvl5pPr>
            <a:lvl6pPr marL="2280285" indent="0">
              <a:buNone/>
              <a:defRPr sz="998"/>
            </a:lvl6pPr>
            <a:lvl7pPr marL="2736342" indent="0">
              <a:buNone/>
              <a:defRPr sz="998"/>
            </a:lvl7pPr>
            <a:lvl8pPr marL="3192399" indent="0">
              <a:buNone/>
              <a:defRPr sz="998"/>
            </a:lvl8pPr>
            <a:lvl9pPr marL="3648456" indent="0">
              <a:buNone/>
              <a:defRPr sz="998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B2549-D5F9-604B-9EB9-69E1A6399CB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391C-B8C0-B24A-A837-31626741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6805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B2549-D5F9-604B-9EB9-69E1A6399CB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391C-B8C0-B24A-A837-31626741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88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4751" y="364195"/>
            <a:ext cx="2794575" cy="579704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91024" y="364195"/>
            <a:ext cx="8221722" cy="579704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B2549-D5F9-604B-9EB9-69E1A6399CB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391C-B8C0-B24A-A837-31626741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3618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024" y="364196"/>
            <a:ext cx="11178302" cy="1322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1024" y="1820976"/>
            <a:ext cx="11178302" cy="4340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91024" y="6340166"/>
            <a:ext cx="2916079" cy="3641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9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EB2549-D5F9-604B-9EB9-69E1A6399CB9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93116" y="6340166"/>
            <a:ext cx="4374118" cy="3641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9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53247" y="6340166"/>
            <a:ext cx="2916079" cy="3641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9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4391C-B8C0-B24A-A837-31626741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2608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2114" rtl="0" eaLnBrk="1" latinLnBrk="0" hangingPunct="1">
        <a:lnSpc>
          <a:spcPct val="90000"/>
        </a:lnSpc>
        <a:spcBef>
          <a:spcPct val="0"/>
        </a:spcBef>
        <a:buNone/>
        <a:defRPr sz="43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029" indent="-228029" algn="l" defTabSz="912114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2793" kern="1200">
          <a:solidFill>
            <a:schemeClr val="tx1"/>
          </a:solidFill>
          <a:latin typeface="+mn-lt"/>
          <a:ea typeface="+mn-ea"/>
          <a:cs typeface="+mn-cs"/>
        </a:defRPr>
      </a:lvl1pPr>
      <a:lvl2pPr marL="684086" indent="-228029" algn="l" defTabSz="912114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2394" kern="1200">
          <a:solidFill>
            <a:schemeClr val="tx1"/>
          </a:solidFill>
          <a:latin typeface="+mn-lt"/>
          <a:ea typeface="+mn-ea"/>
          <a:cs typeface="+mn-cs"/>
        </a:defRPr>
      </a:lvl2pPr>
      <a:lvl3pPr marL="1140143" indent="-228029" algn="l" defTabSz="912114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995" kern="1200">
          <a:solidFill>
            <a:schemeClr val="tx1"/>
          </a:solidFill>
          <a:latin typeface="+mn-lt"/>
          <a:ea typeface="+mn-ea"/>
          <a:cs typeface="+mn-cs"/>
        </a:defRPr>
      </a:lvl3pPr>
      <a:lvl4pPr marL="1596200" indent="-228029" algn="l" defTabSz="912114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2052257" indent="-228029" algn="l" defTabSz="912114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508314" indent="-228029" algn="l" defTabSz="912114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4371" indent="-228029" algn="l" defTabSz="912114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20428" indent="-228029" algn="l" defTabSz="912114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6485" indent="-228029" algn="l" defTabSz="912114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2114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6057" algn="l" defTabSz="912114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2114" algn="l" defTabSz="912114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8171" algn="l" defTabSz="912114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4228" algn="l" defTabSz="912114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80285" algn="l" defTabSz="912114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6342" algn="l" defTabSz="912114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2399" algn="l" defTabSz="912114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8456" algn="l" defTabSz="912114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E00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C1650DA2-9DD9-C801-FC5D-C65322C76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0520" y="0"/>
            <a:ext cx="4189830" cy="6840538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280AF07-DD1E-10D4-3116-A6219A3795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760" y="329338"/>
            <a:ext cx="1862895" cy="8196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FE81354-8EDC-4655-989B-D0FE31D3760F}"/>
              </a:ext>
            </a:extLst>
          </p:cNvPr>
          <p:cNvSpPr txBox="1"/>
          <p:nvPr/>
        </p:nvSpPr>
        <p:spPr>
          <a:xfrm>
            <a:off x="9503238" y="5126528"/>
            <a:ext cx="3123264" cy="123110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50000"/>
              </a:spcBef>
            </a:pPr>
            <a:r>
              <a:rPr lang="ru-RU" sz="2000" b="1" dirty="0">
                <a:solidFill>
                  <a:schemeClr val="bg1"/>
                </a:solidFill>
                <a:latin typeface="Arial" panose="020B0604020202020204" pitchFamily="34" charset="0"/>
                <a:ea typeface="Tahoma" pitchFamily="34" charset="0"/>
                <a:cs typeface="Arial" panose="020B0604020202020204" pitchFamily="34" charset="0"/>
              </a:rPr>
              <a:t>Выполнил Соколов Д.</a:t>
            </a:r>
          </a:p>
          <a:p>
            <a:pPr>
              <a:spcBef>
                <a:spcPct val="50000"/>
              </a:spcBef>
            </a:pPr>
            <a:r>
              <a:rPr lang="ru-RU" sz="2000" b="1" dirty="0">
                <a:solidFill>
                  <a:schemeClr val="bg1"/>
                </a:solidFill>
                <a:latin typeface="Arial" panose="020B0604020202020204" pitchFamily="34" charset="0"/>
                <a:ea typeface="Tahoma" pitchFamily="34" charset="0"/>
                <a:cs typeface="Arial" panose="020B0604020202020204" pitchFamily="34" charset="0"/>
              </a:rPr>
              <a:t>Группа Ик-731 </a:t>
            </a:r>
          </a:p>
          <a:p>
            <a:pPr>
              <a:spcBef>
                <a:spcPct val="50000"/>
              </a:spcBef>
            </a:pPr>
            <a:r>
              <a:rPr lang="ru-RU" sz="2000" b="1" dirty="0">
                <a:solidFill>
                  <a:schemeClr val="bg1"/>
                </a:solidFill>
                <a:latin typeface="Arial" panose="020B0604020202020204" pitchFamily="34" charset="0"/>
                <a:ea typeface="Tahoma" pitchFamily="34" charset="0"/>
                <a:cs typeface="Arial" panose="020B0604020202020204" pitchFamily="34" charset="0"/>
              </a:rPr>
              <a:t>07.05.2026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82B66F-7238-4D02-B8AE-B900D9B050B4}"/>
              </a:ext>
            </a:extLst>
          </p:cNvPr>
          <p:cNvSpPr txBox="1"/>
          <p:nvPr/>
        </p:nvSpPr>
        <p:spPr>
          <a:xfrm>
            <a:off x="2097842" y="2558495"/>
            <a:ext cx="9098892" cy="129266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ru-RU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Военные конфликты во второй половине XX – первой четверти XXI вв. (на примере одного из конфликтов или обзора военных конфликтов периода)</a:t>
            </a:r>
            <a:endParaRPr lang="ru-RU" sz="2800" b="1" dirty="0">
              <a:solidFill>
                <a:schemeClr val="bg1"/>
              </a:solidFill>
              <a:latin typeface="Arial" panose="020B0604020202020204" pitchFamily="34" charset="0"/>
              <a:ea typeface="Tahoma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72034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87F6F4-3E08-9CA9-878F-C90083D41B41}"/>
              </a:ext>
            </a:extLst>
          </p:cNvPr>
          <p:cNvSpPr txBox="1"/>
          <p:nvPr/>
        </p:nvSpPr>
        <p:spPr>
          <a:xfrm>
            <a:off x="1042988" y="1116013"/>
            <a:ext cx="642195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25500"/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ТЕКСТ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4D925-F08B-D8B4-8DC2-EFF70BD6C46C}"/>
              </a:ext>
            </a:extLst>
          </p:cNvPr>
          <p:cNvSpPr txBox="1"/>
          <p:nvPr/>
        </p:nvSpPr>
        <p:spPr>
          <a:xfrm>
            <a:off x="1042988" y="2318014"/>
            <a:ext cx="625617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текст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7C652-AB45-4ADB-9C54-E611BE0CEAD0}"/>
              </a:ext>
            </a:extLst>
          </p:cNvPr>
          <p:cNvSpPr txBox="1"/>
          <p:nvPr/>
        </p:nvSpPr>
        <p:spPr>
          <a:xfrm>
            <a:off x="600116" y="2445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489686F7-2497-4469-82D5-97564EC7885C}" type="slidenum">
              <a:rPr lang="en-US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fld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5070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87F6F4-3E08-9CA9-878F-C90083D41B41}"/>
              </a:ext>
            </a:extLst>
          </p:cNvPr>
          <p:cNvSpPr txBox="1"/>
          <p:nvPr/>
        </p:nvSpPr>
        <p:spPr>
          <a:xfrm>
            <a:off x="1042988" y="1116013"/>
            <a:ext cx="642195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25500"/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ТЕКСТ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4D925-F08B-D8B4-8DC2-EFF70BD6C46C}"/>
              </a:ext>
            </a:extLst>
          </p:cNvPr>
          <p:cNvSpPr txBox="1"/>
          <p:nvPr/>
        </p:nvSpPr>
        <p:spPr>
          <a:xfrm>
            <a:off x="1042988" y="2318014"/>
            <a:ext cx="625617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текст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7C652-AB45-4ADB-9C54-E611BE0CEAD0}"/>
              </a:ext>
            </a:extLst>
          </p:cNvPr>
          <p:cNvSpPr txBox="1"/>
          <p:nvPr/>
        </p:nvSpPr>
        <p:spPr>
          <a:xfrm>
            <a:off x="600116" y="2445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489686F7-2497-4469-82D5-97564EC7885C}" type="slidenum">
              <a:rPr lang="en-US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fld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91385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87F6F4-3E08-9CA9-878F-C90083D41B41}"/>
              </a:ext>
            </a:extLst>
          </p:cNvPr>
          <p:cNvSpPr txBox="1"/>
          <p:nvPr/>
        </p:nvSpPr>
        <p:spPr>
          <a:xfrm>
            <a:off x="1042988" y="1116013"/>
            <a:ext cx="642195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25500"/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ТЕКСТ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4D925-F08B-D8B4-8DC2-EFF70BD6C46C}"/>
              </a:ext>
            </a:extLst>
          </p:cNvPr>
          <p:cNvSpPr txBox="1"/>
          <p:nvPr/>
        </p:nvSpPr>
        <p:spPr>
          <a:xfrm>
            <a:off x="1042988" y="2318014"/>
            <a:ext cx="625617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текст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7C652-AB45-4ADB-9C54-E611BE0CEAD0}"/>
              </a:ext>
            </a:extLst>
          </p:cNvPr>
          <p:cNvSpPr txBox="1"/>
          <p:nvPr/>
        </p:nvSpPr>
        <p:spPr>
          <a:xfrm>
            <a:off x="600116" y="2445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489686F7-2497-4469-82D5-97564EC7885C}" type="slidenum">
              <a:rPr lang="en-US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fld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5333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87F6F4-3E08-9CA9-878F-C90083D41B41}"/>
              </a:ext>
            </a:extLst>
          </p:cNvPr>
          <p:cNvSpPr txBox="1"/>
          <p:nvPr/>
        </p:nvSpPr>
        <p:spPr>
          <a:xfrm>
            <a:off x="1042988" y="1116013"/>
            <a:ext cx="642195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25500"/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ТЕКСТ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4D925-F08B-D8B4-8DC2-EFF70BD6C46C}"/>
              </a:ext>
            </a:extLst>
          </p:cNvPr>
          <p:cNvSpPr txBox="1"/>
          <p:nvPr/>
        </p:nvSpPr>
        <p:spPr>
          <a:xfrm>
            <a:off x="1042988" y="2318014"/>
            <a:ext cx="625617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текст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7C652-AB45-4ADB-9C54-E611BE0CEAD0}"/>
              </a:ext>
            </a:extLst>
          </p:cNvPr>
          <p:cNvSpPr txBox="1"/>
          <p:nvPr/>
        </p:nvSpPr>
        <p:spPr>
          <a:xfrm>
            <a:off x="600116" y="2445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489686F7-2497-4469-82D5-97564EC7885C}" type="slidenum">
              <a:rPr lang="en-US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fld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12852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87F6F4-3E08-9CA9-878F-C90083D41B41}"/>
              </a:ext>
            </a:extLst>
          </p:cNvPr>
          <p:cNvSpPr txBox="1"/>
          <p:nvPr/>
        </p:nvSpPr>
        <p:spPr>
          <a:xfrm>
            <a:off x="1042988" y="1116013"/>
            <a:ext cx="642195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25500"/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ТЕКСТ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4D925-F08B-D8B4-8DC2-EFF70BD6C46C}"/>
              </a:ext>
            </a:extLst>
          </p:cNvPr>
          <p:cNvSpPr txBox="1"/>
          <p:nvPr/>
        </p:nvSpPr>
        <p:spPr>
          <a:xfrm>
            <a:off x="1042988" y="2318014"/>
            <a:ext cx="6256170" cy="3077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текст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7C652-AB45-4ADB-9C54-E611BE0CEAD0}"/>
              </a:ext>
            </a:extLst>
          </p:cNvPr>
          <p:cNvSpPr txBox="1"/>
          <p:nvPr/>
        </p:nvSpPr>
        <p:spPr>
          <a:xfrm>
            <a:off x="600116" y="2445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489686F7-2497-4469-82D5-97564EC7885C}" type="slidenum">
              <a:rPr lang="en-US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fld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6938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87F6F4-3E08-9CA9-878F-C90083D41B41}"/>
              </a:ext>
            </a:extLst>
          </p:cNvPr>
          <p:cNvSpPr txBox="1"/>
          <p:nvPr/>
        </p:nvSpPr>
        <p:spPr>
          <a:xfrm>
            <a:off x="1042988" y="1116013"/>
            <a:ext cx="153099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825500"/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Выводы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4D925-F08B-D8B4-8DC2-EFF70BD6C46C}"/>
              </a:ext>
            </a:extLst>
          </p:cNvPr>
          <p:cNvSpPr txBox="1"/>
          <p:nvPr/>
        </p:nvSpPr>
        <p:spPr>
          <a:xfrm>
            <a:off x="1042988" y="2318014"/>
            <a:ext cx="5213433" cy="153888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Заключение: в современном мире информация – важнейший ресурс. Умение её получать и использовать критически важно для личности, общества и государства.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7C652-AB45-4ADB-9C54-E611BE0CEAD0}"/>
              </a:ext>
            </a:extLst>
          </p:cNvPr>
          <p:cNvSpPr txBox="1"/>
          <p:nvPr/>
        </p:nvSpPr>
        <p:spPr>
          <a:xfrm>
            <a:off x="600116" y="2445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489686F7-2497-4469-82D5-97564EC7885C}" type="slidenum">
              <a:rPr lang="en-US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</a:t>
            </a:fld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265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E00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C1650DA2-9DD9-C801-FC5D-C65322C76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0520" y="0"/>
            <a:ext cx="4189830" cy="6840538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280AF07-DD1E-10D4-3116-A6219A3795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760" y="329338"/>
            <a:ext cx="1862895" cy="81967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E64B838-4872-43A7-3ECD-CEE1F87DE8B3}"/>
              </a:ext>
            </a:extLst>
          </p:cNvPr>
          <p:cNvSpPr txBox="1"/>
          <p:nvPr/>
        </p:nvSpPr>
        <p:spPr>
          <a:xfrm>
            <a:off x="1551867" y="2681605"/>
            <a:ext cx="7344913" cy="49244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ru-RU" sz="3200" b="1" dirty="0">
                <a:solidFill>
                  <a:schemeClr val="bg1"/>
                </a:solidFill>
                <a:latin typeface="Arial"/>
                <a:cs typeface="Arial"/>
              </a:rPr>
              <a:t>Спасибо за внимание!</a:t>
            </a:r>
            <a:endParaRPr lang="ru-RU" dirty="0">
              <a:solidFill>
                <a:schemeClr val="bg1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4054961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1242</TotalTime>
  <Words>84</Words>
  <Application>Microsoft Office PowerPoint</Application>
  <PresentationFormat>Произвольный</PresentationFormat>
  <Paragraphs>31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Microsoft Office User</dc:creator>
  <cp:lastModifiedBy>Соколов Дмитрий</cp:lastModifiedBy>
  <cp:revision>182</cp:revision>
  <cp:lastPrinted>2023-11-28T14:29:46Z</cp:lastPrinted>
  <dcterms:created xsi:type="dcterms:W3CDTF">2022-10-16T16:54:41Z</dcterms:created>
  <dcterms:modified xsi:type="dcterms:W3CDTF">2026-05-07T14:07:54Z</dcterms:modified>
</cp:coreProperties>
</file>